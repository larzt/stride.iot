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2D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Bibliografía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2D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 – [12]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Luigi Atzori, Antonio Iera y Giacomo Morabito. «The Internet of Things: A Survey». Computer Networks 54.15 (2010). doi: 10.1016/j.comnet.2010.05.010.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Weisong Shi et al. «Edge Computing: Vision and Challenges». IEEE Internet of Things Journal 3.5 (2016). doi: 10.1109/JIOT.2016.2579198.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Marjan Mernik, Jan Heering y Anthony M. Sloane. «When and How to Develop Domain-Specific Languages». ACM Computing Surveys 37.4 (2005). doi: 10.1145/1118890.1118892.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«Industrial IoT Predictive Maintenance». ScienceDirect (2025).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«Cost-Efficient Modular Sensor Platform». ScienceDirect (2025).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«Smart Agriculture Soil and Crop Optimization». ScienceDirect (2025).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«Modular Weather Station Based on Microservices» (2025).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Espressif Systems. ESP32-S3 Wi-Fi + Bluetooth® LE SoC. 2024.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Espressif Systems. ESP32-S3 Series Datasheet. v2.2. 2024.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Arduino. Arduino UNO R4 WiFi User Manual. SKU: ABX00087. 2023.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Texas Instruments. MSP430™ Ultra-Low-Power Microcontrollers. SLAS735J. 2013.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Raspberry Pi Ltd. Raspberry Pi Hardware Documentation. 2024.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2D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[13] – [24]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Google LLC. Coral Technology: Edge TPU Overview. 2023.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Espressif Systems. ESP-NOW — ESP-IDF Programming Guide. 2024.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Espressif Systems. ESP-IDF Programming Guide.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Espressif Systems. ESP-IDF Build System.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Espressif Systems. ESP32 Arduino Core's Documentation.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Refactoring.Guru. Design Patterns.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Espressif Systems. Network API Reference (WiFi and HTTP Server).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Espressif Systems. I2C Driver API Reference.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lovyan03. LovyanGFX. GitHub.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Espressif Systems. FreeRTOS in ESP-IDF. 2026.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Espressif Systems. ESP32-S3 Series Datasheet — Power Consumption Characteristics. v2.2. 2024.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Espressif Systems. Chat Coding Edge AI Agent Framework for IoT (ESP-Claw). 2026.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9525">
            <a:solidFill>
              <a:srgbClr val="E0D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orden de aparición en el texto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2026-06-07T15:49:56Z</dcterms:created>
  <dcterms:modified xsi:type="dcterms:W3CDTF">2026-06-07T15:49:56Z</dcterms:modified>
</cp:coreProperties>
</file>