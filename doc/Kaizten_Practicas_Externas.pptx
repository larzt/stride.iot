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274320"/>
            <a:ext cx="2743200" cy="2743200"/>
          </a:xfrm>
          <a:prstGeom prst="ellipse">
            <a:avLst/>
          </a:prstGeom>
          <a:solidFill>
            <a:srgbClr val="9B6FCC">
              <a:alpha val="30000"/>
            </a:srgbClr>
          </a:solidFill>
          <a:ln w="12700">
            <a:solidFill>
              <a:srgbClr val="9B6FCC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PRÁCTICAS EXTERNAS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en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Kaizten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B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Ingeniería Informática  ·  Universidad de La Laguna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Rodríguez Mederos  ·  Mayo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Desarrollo Full Stack  ·  300 horas  ·  Marzo – 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veremos en este vídeo?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475488"/>
          </a:xfrm>
          <a:prstGeom prst="rect">
            <a:avLst/>
          </a:prstGeom>
          <a:solidFill>
            <a:srgbClr val="EDE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80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344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empresa: Kaizten Analytics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411480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8928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9568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 de las prácticas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4114800" cy="475488"/>
          </a:xfrm>
          <a:prstGeom prst="rect">
            <a:avLst/>
          </a:prstGeom>
          <a:solidFill>
            <a:srgbClr val="EDE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569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 (Scrum + GitHub)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11480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280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1344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y aportaciones técnicas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847088"/>
            <a:ext cx="4114800" cy="475488"/>
          </a:xfrm>
          <a:prstGeom prst="rect">
            <a:avLst/>
          </a:prstGeom>
          <a:solidFill>
            <a:srgbClr val="EDE7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8928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9568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IrVerde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9736"/>
            <a:ext cx="411480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569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valoración personal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Kaizten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son?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Spin-off de la Universidad de La Laguna. Equipo de doctores y tecnólogos especializados en Inteligencia Artificial.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se dedican?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sistemas complejos, analítica de datos y simulación. Enfoque en logística, transporte y gestión de recursos.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10972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filosofía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100 % remoto. Fuerte compromiso con I+D+i. Transformar datos en decisiones estratégicas.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externo: Airam Expósito Márquez  ·  Tutor académico: José Luis Roda García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 experiencia profesional en desarrollo Full Stack dentro de un entorno empresarial real: ciclo de vida del software, pruebas de calidad y optimización de aplicaciones orientadas a la toma de decisiones.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14630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Familiarizarse con microservicios y contenedores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frontend y backend de aplicaciones web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y tests automatizados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calidad, legibilidad y mantenibilidad del código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Java, TypeScript, Docker, Spring Boot y Maven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dashboards interactivos de datos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38404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300 horas  ·  5 marzo – 5 mayo 2026  ·  Trabajo 100% remoto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Tareas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69848"/>
            <a:ext cx="256032" cy="256032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" y="1325880"/>
            <a:ext cx="36576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96012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960120"/>
            <a:ext cx="91440" cy="65836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entorno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0881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Maven, IDEs. Primeras pruebas funcionales.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256032" cy="256032"/>
          </a:xfrm>
          <a:prstGeom prst="ellipse">
            <a:avLst/>
          </a:prstGeom>
          <a:solidFill>
            <a:srgbClr val="9B6FCC"/>
          </a:solidFill>
          <a:ln w="12700">
            <a:solidFill>
              <a:srgbClr val="9B6F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" y="2103120"/>
            <a:ext cx="36576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3736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737360"/>
            <a:ext cx="91440" cy="658368"/>
          </a:xfrm>
          <a:prstGeom prst="rect">
            <a:avLst/>
          </a:prstGeom>
          <a:solidFill>
            <a:srgbClr val="9B6FCC"/>
          </a:solidFill>
          <a:ln w="12700">
            <a:solidFill>
              <a:srgbClr val="9B6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783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principal IrVerde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8653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página web estática con mejoras visuales.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62432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" y="2880360"/>
            <a:ext cx="36576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51460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91440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4-5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6426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complejos en backend (Spring Boot) y frontend (TypeScript).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401568"/>
            <a:ext cx="256032" cy="256032"/>
          </a:xfrm>
          <a:prstGeom prst="ellipse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" y="3657600"/>
            <a:ext cx="36576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29184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291840"/>
            <a:ext cx="91440" cy="658368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337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6-7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evolutivo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34198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bugs y optimización de código.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17880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069080"/>
            <a:ext cx="7955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069080"/>
            <a:ext cx="914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8-9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monitorización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31920" y="41970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visuales para interpretación de datos e integración final.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27248" y="2423160"/>
            <a:ext cx="164592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DE7F6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188720"/>
            <a:ext cx="731520" cy="7315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34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inicial con el tutor. Definición de objetivos y requisitos de cada tarea.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61888" y="2423160"/>
            <a:ext cx="164592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DE7F6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34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continua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permanente por la plataforma de comunicación de la empresa. Resolución ágil de dudas.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DE7F6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188720"/>
            <a:ext cx="731520" cy="7315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234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(Sprint)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cada sprint, revisión del trabajo entregado y ajustes antes de la siguiente fase.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8229600" cy="338328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457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GitHub Issues como herramienta de seguimiento de tareas, incidencias y control de progreso del proyecto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Aportaciones Técnicas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3931920" cy="12801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TypeScript / Vue.js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público de acceso a IrVerde (página estática)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rutas públicas y privadas con meta: { public: true }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beforeEach para autenticación con Keycloak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roles con checkAccess()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de calidad y refactor del código existente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868680"/>
            <a:ext cx="3931920" cy="1280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69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Java / Spring Boot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sin dependencias externas (Fake &amp; Memory)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FakeCreateSensorUseCase para simular escenarios de fallo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InMemorySensorStateRepository para tests de persistencia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nueva estructura de tests escalable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bugs y optimización de módulos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Monitorización – IrVerde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inteligente de residuos orgánicos en Tenerife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600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KPI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rápida de datos clave: sensores críticos, tasa de llenado, última actualización.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206240" cy="1600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417320"/>
            <a:ext cx="10972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27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sensores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385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configurable con datos del backend. Funcionalidades de filtrado y ordenación.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206240" cy="1600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09728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de evolución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temperatura y volumen de los contenedores a lo largo del tiempo.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206240" cy="1600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200400"/>
            <a:ext cx="109728" cy="1600200"/>
          </a:xfrm>
          <a:prstGeom prst="rect">
            <a:avLst/>
          </a:prstGeom>
          <a:solidFill>
            <a:srgbClr val="9B6FCC"/>
          </a:solidFill>
          <a:ln w="12700">
            <a:solidFill>
              <a:srgbClr val="9B6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visual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 que mantienen la identidad visual de la aplicación Kalyptia.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554480" cy="109728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10058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21408" y="1005840"/>
            <a:ext cx="1554480" cy="109728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167128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10058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85616" y="100584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31336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9824" y="10058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00584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95544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10058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14032" y="100584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59752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60604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21408" y="26060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21408" y="2606040"/>
            <a:ext cx="155448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67128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167128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85616" y="26060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85616" y="2606040"/>
            <a:ext cx="155448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1336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831336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9824" y="26060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49824" y="2606040"/>
            <a:ext cx="155448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95544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495544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14032" y="26060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14032" y="2606040"/>
            <a:ext cx="1554480" cy="109728"/>
          </a:xfrm>
          <a:prstGeom prst="rect">
            <a:avLst/>
          </a:prstGeom>
          <a:solidFill>
            <a:srgbClr val="9B6FCC"/>
          </a:solidFill>
          <a:ln w="12700">
            <a:solidFill>
              <a:srgbClr val="9B6F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9752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159752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D1A6E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con tecnologías nuevas: Java, Spring Boot, arquitectura hexagonal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experiencia en un equipo real de desarrollo profesional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integración en metodologías ágiles (Scrum)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habilidades en testing, calidad de código y documentación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3931920" cy="1234440"/>
          </a:xfrm>
          <a:prstGeom prst="rect">
            <a:avLst/>
          </a:prstGeom>
          <a:solidFill>
            <a:srgbClr val="EDE7F6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Recomendación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330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base de conocimiento sobre calidad de código y estándares de desarrollo para facilitar la incorporación de nuevos miembros.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 relacionadas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Básica y LPP → código limpio y escalable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y Tecnologías Web → arquitectura hexagonal y Full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Sistemas Informáticos → diseño de aplicaciones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→ metodología Scrum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657600"/>
            <a:ext cx="3931920" cy="1234440"/>
          </a:xfrm>
          <a:prstGeom prst="rect">
            <a:avLst/>
          </a:prstGeom>
          <a:solidFill>
            <a:srgbClr val="E8F8F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Valoración Personal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41330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desde el primer día. A pesar del trabajo remoto, excelente ambiente y tutorización. Experiencia muy enriquecedora.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6B3FA0">
              <a:alpha val="35000"/>
            </a:srgbClr>
          </a:solidFill>
          <a:ln w="12700">
            <a:solidFill>
              <a:srgbClr val="6B3FA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9B6FCC">
              <a:alpha val="25000"/>
            </a:srgbClr>
          </a:solidFill>
          <a:ln w="12700">
            <a:solidFill>
              <a:srgbClr val="9B6FC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Rodríguez Mederos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Externas  ·  Kaizten Analytics  · 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"Transformando datos en decisiones estratégicas"  ·  kaiztenanalytics.com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Prácticas Externas – Kaizten Analytics</dc:title>
  <dc:subject>PptxGenJS Presentation</dc:subject>
  <dc:creator>PptxGenJS</dc:creator>
  <cp:lastModifiedBy>PptxGenJS</cp:lastModifiedBy>
  <cp:revision>1</cp:revision>
  <dcterms:created xsi:type="dcterms:W3CDTF">2026-05-25T08:25:57Z</dcterms:created>
  <dcterms:modified xsi:type="dcterms:W3CDTF">2026-05-25T08:25:57Z</dcterms:modified>
</cp:coreProperties>
</file>